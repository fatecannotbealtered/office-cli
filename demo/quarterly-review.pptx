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</p:sldIdLst>
  <p:sldSz cx="9144000" cy="6858000" type="screen4x3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" Target="slides/slide4.xml"/>
  <Relationship Id="rId5" Type="http://schemas.openxmlformats.org/officeDocument/2006/relationships/slide" Target="slides/slide5.xml"/>
</Relationship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p>
            <a:r>
              <a:t>Emphasize the NPS improvement — biggest jump in company history.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Notes"/>
          <p:cNvSpPr/>
          <p:nvPr>
            <p:ph type="body" idx="1"/>
          </p:nvPr>
        </p:nvSpPr>
        <p:spPr/>
        <p:txBody>
          <a:bodyPr/>
          <a:p>
            <a:r>
              <a:t>Enterprise tier is the #1 requested feature from sales.</a:t>
            </a:r>
          </a:p>
        </p:txBody>
      </p:sp>
    </p:spTree>
  </p:cSld>
</p:note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Title 1"/>
          <p:cNvSpPr/>
          <p:nvPr>
            <p:ph type="title"/>
          </p:nvPr>
        </p:nvSpPr>
        <p:spPr/>
        <p:txBody>
          <a:bodyPr/>
          <a:p>
            <a:r>
              <a:t>Q1 2026 Quarterly Review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p>
            <a:pPr>
              <a:buChar char=""/>
            </a:pPr>
            <a:r>
              <a:t>Product Team</a:t>
            </a:r>
          </a:p>
          <a:p>
            <a:pPr>
              <a:buChar char=""/>
            </a:pPr>
            <a:r>
              <a:t>April 2026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Title 1"/>
          <p:cNvSpPr/>
          <p:nvPr>
            <p:ph type="title"/>
          </p:nvPr>
        </p:nvSpPr>
        <p:spPr/>
        <p:txBody>
          <a:bodyPr/>
          <a:p>
            <a:r>
              <a:t>Highlights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p>
            <a:pPr>
              <a:buChar char=""/>
            </a:pPr>
            <a:r>
              <a:t>Revenue: $2.4M (+18% YoY)</a:t>
            </a:r>
          </a:p>
          <a:p>
            <a:pPr>
              <a:buChar char=""/>
            </a:pPr>
            <a:r>
              <a:t>New customers: 342 (+25%)</a:t>
            </a:r>
          </a:p>
          <a:p>
            <a:pPr>
              <a:buChar char=""/>
            </a:pPr>
            <a:r>
              <a:t>NPS score: 72 (+8 points)</a:t>
            </a:r>
          </a:p>
          <a:p>
            <a:pPr>
              <a:buChar char=""/>
            </a:pPr>
            <a:r>
              <a:t>Zero critical incidents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Title 1"/>
          <p:cNvSpPr/>
          <p:nvPr>
            <p:ph type="title"/>
          </p:nvPr>
        </p:nvSpPr>
        <p:spPr/>
        <p:txBody>
          <a:bodyPr/>
          <a:p>
            <a:r>
              <a:t>Product Updates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p>
            <a:pPr>
              <a:buChar char=""/>
            </a:pPr>
            <a:r>
              <a:t>v3.2 shipped with SSO support</a:t>
            </a:r>
          </a:p>
          <a:p>
            <a:pPr>
              <a:buChar char=""/>
            </a:pPr>
            <a:r>
              <a:t>API latency reduced 40%</a:t>
            </a:r>
          </a:p>
          <a:p>
            <a:pPr>
              <a:buChar char=""/>
            </a:pPr>
            <a:r>
              <a:t>Mobile app DAU crossed 50K</a:t>
            </a:r>
          </a:p>
          <a:p>
            <a:pPr>
              <a:buChar char=""/>
            </a:pPr>
            <a:r>
              <a:t>Launched self-serve onboarding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Title 1"/>
          <p:cNvSpPr/>
          <p:nvPr>
            <p:ph type="title"/>
          </p:nvPr>
        </p:nvSpPr>
        <p:spPr/>
        <p:txBody>
          <a:bodyPr/>
          <a:p>
            <a:r>
              <a:t>Q2 Roadmap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p>
            <a:pPr>
              <a:buChar char=""/>
            </a:pPr>
            <a:r>
              <a:t>Enterprise tier launch (May)</a:t>
            </a:r>
          </a:p>
          <a:p>
            <a:pPr>
              <a:buChar char=""/>
            </a:pPr>
            <a:r>
              <a:t>AI-powered analytics (June)</a:t>
            </a:r>
          </a:p>
          <a:p>
            <a:pPr>
              <a:buChar char=""/>
            </a:pPr>
            <a:r>
              <a:t>Multi-region deployment (July)</a:t>
            </a:r>
          </a:p>
          <a:p>
            <a:pPr>
              <a:buChar char=""/>
            </a:pPr>
            <a:r>
              <a:t>SOC 2 Type II certification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" name="Title 1"/>
          <p:cNvSpPr/>
          <p:nvPr>
            <p:ph type="title"/>
          </p:nvPr>
        </p:nvSpPr>
        <p:spPr/>
        <p:txBody>
          <a:bodyPr/>
          <a:p>
            <a:r>
              <a:t>Thank You</a:t>
            </a:r>
          </a:p>
        </p:txBody>
      </p:sp>
      <p:sp>
        <p:nvSpPr>
          <p:cNvPr id="2" name="Body"/>
          <p:cNvSpPr/>
          <p:nvPr/>
        </p:nvSpPr>
        <p:spPr/>
        <p:txBody>
          <a:bodyPr/>
          <a:p>
            <a:pPr>
              <a:buChar char=""/>
            </a:pPr>
            <a:r>
              <a:t>Questions?</a:t>
            </a:r>
          </a:p>
          <a:p>
            <a:pPr>
              <a:buChar char=""/>
            </a:pPr>
            <a:r>
              <a:t>Contact: team@company.com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office-cli</Application>
  <Slides>5</Slides>
</Properties>
</file>

<file path=docProps/core.xml><?xml version="1.0" encoding="utf-8"?>
<cp:coreProperties xmlns:cp="http://schemas.openxmlformats.org/package/2006/metadata/core-properties" xmlns:dc="http://purl.org/dc/elements/1.1/">
  <dc:title>Q1 2026 Review</dc:title>
  <dc:creator>Product Team</dc:creator>
</cp:coreProperties>
</file>